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_rels/slideLayout1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1D2B88-73A0-4B3B-82BD-8BAF86A8CB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092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E93B5D0-FE20-4F28-AEA3-86D6359C1A3F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1827000" y="27900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Idle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all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"/>
          <p:cNvSpPr/>
          <p:nvPr/>
        </p:nvSpPr>
        <p:spPr>
          <a:xfrm>
            <a:off x="4113000" y="11304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Take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open,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&amp; feeder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"/>
          <p:cNvSpPr/>
          <p:nvPr/>
        </p:nvSpPr>
        <p:spPr>
          <a:xfrm>
            <a:off x="6627600" y="28026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Shooting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storage, feeder, spinner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"/>
          <p:cNvSpPr/>
          <p:nvPr/>
        </p:nvSpPr>
        <p:spPr>
          <a:xfrm>
            <a:off x="4113000" y="43902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PrepShoot.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Run spinner up, other motors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" name=""/>
          <p:cNvCxnSpPr>
            <a:stCxn id="7" idx="0"/>
            <a:endCxn id="8" idx="1"/>
          </p:cNvCxnSpPr>
          <p:nvPr/>
        </p:nvCxnSpPr>
        <p:spPr>
          <a:xfrm flipH="1" flipV="1" rot="5400000">
            <a:off x="2768040" y="1445400"/>
            <a:ext cx="1203120" cy="1486800"/>
          </a:xfrm>
          <a:prstGeom prst="curvedConnector2">
            <a:avLst/>
          </a:prstGeom>
          <a:ln w="36720">
            <a:solidFill>
              <a:srgbClr val="3465a4"/>
            </a:solidFill>
            <a:round/>
            <a:headEnd len="med" type="triangle" w="med"/>
            <a:tailEnd len="med" type="triangle" w="med"/>
          </a:ln>
        </p:spPr>
      </p:cxnSp>
      <p:cxnSp>
        <p:nvCxnSpPr>
          <p:cNvPr id="12" name=""/>
          <p:cNvCxnSpPr>
            <a:stCxn id="7" idx="2"/>
            <a:endCxn id="10" idx="1"/>
          </p:cNvCxnSpPr>
          <p:nvPr/>
        </p:nvCxnSpPr>
        <p:spPr>
          <a:xfrm flipH="1" rot="16200000">
            <a:off x="2797920" y="3531960"/>
            <a:ext cx="1143720" cy="148680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cxnSp>
        <p:nvCxnSpPr>
          <p:cNvPr id="13" name=""/>
          <p:cNvCxnSpPr>
            <a:stCxn id="10" idx="3"/>
            <a:endCxn id="9" idx="2"/>
          </p:cNvCxnSpPr>
          <p:nvPr/>
        </p:nvCxnSpPr>
        <p:spPr>
          <a:xfrm flipV="1">
            <a:off x="5712480" y="3716280"/>
            <a:ext cx="1715040" cy="113112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cxnSp>
        <p:nvCxnSpPr>
          <p:cNvPr id="14" name=""/>
          <p:cNvCxnSpPr>
            <a:stCxn id="9" idx="1"/>
            <a:endCxn id="7" idx="3"/>
          </p:cNvCxnSpPr>
          <p:nvPr/>
        </p:nvCxnSpPr>
        <p:spPr>
          <a:xfrm rot="10800000">
            <a:off x="3426480" y="3246480"/>
            <a:ext cx="3201480" cy="12960"/>
          </a:xfrm>
          <a:prstGeom prst="curvedConnector3">
            <a:avLst>
              <a:gd name="adj1" fmla="val 25000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15" name=""/>
          <p:cNvSpPr/>
          <p:nvPr/>
        </p:nvSpPr>
        <p:spPr>
          <a:xfrm>
            <a:off x="1935000" y="1490400"/>
            <a:ext cx="1286280" cy="479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Open/Close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332800" y="4582800"/>
            <a:ext cx="82908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6957720" y="4379400"/>
            <a:ext cx="140076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Spinner</a:t>
            </a:r>
            <a:br>
              <a:rPr sz="1500"/>
            </a:b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at Speed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3537000" y="2995200"/>
            <a:ext cx="228528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No 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9" name=""/>
          <p:cNvCxnSpPr>
            <a:stCxn id="8" idx="2"/>
          </p:cNvCxnSpPr>
          <p:nvPr/>
        </p:nvCxnSpPr>
        <p:spPr>
          <a:xfrm rot="5400000">
            <a:off x="3769920" y="1701000"/>
            <a:ext cx="799560" cy="1486080"/>
          </a:xfrm>
          <a:prstGeom prst="curvedConnector3">
            <a:avLst>
              <a:gd name="adj1" fmla="val 41891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20" name=""/>
          <p:cNvSpPr/>
          <p:nvPr/>
        </p:nvSpPr>
        <p:spPr>
          <a:xfrm>
            <a:off x="3619800" y="2203200"/>
            <a:ext cx="110808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" name=""/>
          <p:cNvCxnSpPr>
            <a:endCxn id="7" idx="1"/>
          </p:cNvCxnSpPr>
          <p:nvPr/>
        </p:nvCxnSpPr>
        <p:spPr>
          <a:xfrm flipV="1">
            <a:off x="1122120" y="3246840"/>
            <a:ext cx="705240" cy="9360"/>
          </a:xfrm>
          <a:prstGeom prst="curvedConnector3">
            <a:avLst>
              <a:gd name="adj1" fmla="val 5873"/>
            </a:avLst>
          </a:prstGeom>
          <a:ln w="36720">
            <a:solidFill>
              <a:srgbClr val="3465a4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22" name=""/>
          <p:cNvCxnSpPr/>
          <p:nvPr/>
        </p:nvCxnSpPr>
        <p:spPr>
          <a:xfrm rot="5400000">
            <a:off x="4439160" y="3154680"/>
            <a:ext cx="2160720" cy="17640"/>
          </a:xfrm>
          <a:prstGeom prst="curvedConnector3">
            <a:avLst>
              <a:gd name="adj1" fmla="val 25012"/>
            </a:avLst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sp>
        <p:nvSpPr>
          <p:cNvPr id="23" name=""/>
          <p:cNvSpPr/>
          <p:nvPr/>
        </p:nvSpPr>
        <p:spPr>
          <a:xfrm>
            <a:off x="5533200" y="2296800"/>
            <a:ext cx="829080" cy="26388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544800" y="4788000"/>
            <a:ext cx="2285640" cy="45684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“</a:t>
            </a:r>
            <a:r>
              <a:rPr b="0" i="1" lang="en-US" sz="1300" spc="-1" strike="noStrike">
                <a:solidFill>
                  <a:srgbClr val="000000"/>
                </a:solidFill>
                <a:latin typeface="Arial"/>
                <a:ea typeface="DejaVu Sans"/>
              </a:rPr>
              <a:t>Always Run Spinner” option for immediate transition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04360" y="71640"/>
            <a:ext cx="9070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Idea 1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4114800" y="3246840"/>
            <a:ext cx="1371600" cy="45684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Bridge short gaps between balls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1539000" y="27900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Idle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all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1557000" y="11304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Take In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open,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&amp; feeder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6339600" y="2802600"/>
            <a:ext cx="1599480" cy="91368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Shooting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storage, feeder, spinner on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4149000" y="4390200"/>
            <a:ext cx="1599480" cy="109620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PrepShoot.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Run spinner up,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on, other motors off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" name=""/>
          <p:cNvCxnSpPr>
            <a:stCxn id="27" idx="2"/>
            <a:endCxn id="30" idx="1"/>
          </p:cNvCxnSpPr>
          <p:nvPr/>
        </p:nvCxnSpPr>
        <p:spPr>
          <a:xfrm flipH="1" rot="16200000">
            <a:off x="2626560" y="3415320"/>
            <a:ext cx="1234800" cy="1810800"/>
          </a:xfrm>
          <a:prstGeom prst="curvedConnector2">
            <a:avLst/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cxnSp>
        <p:nvCxnSpPr>
          <p:cNvPr id="32" name=""/>
          <p:cNvCxnSpPr>
            <a:stCxn id="30" idx="3"/>
            <a:endCxn id="29" idx="2"/>
          </p:cNvCxnSpPr>
          <p:nvPr/>
        </p:nvCxnSpPr>
        <p:spPr>
          <a:xfrm flipV="1">
            <a:off x="5748480" y="3716280"/>
            <a:ext cx="1391040" cy="1222200"/>
          </a:xfrm>
          <a:prstGeom prst="curvedConnector2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cxnSp>
        <p:nvCxnSpPr>
          <p:cNvPr id="33" name=""/>
          <p:cNvCxnSpPr>
            <a:stCxn id="29" idx="1"/>
            <a:endCxn id="27" idx="3"/>
          </p:cNvCxnSpPr>
          <p:nvPr/>
        </p:nvCxnSpPr>
        <p:spPr>
          <a:xfrm rot="10800000">
            <a:off x="3138480" y="3246480"/>
            <a:ext cx="3201480" cy="12960"/>
          </a:xfrm>
          <a:prstGeom prst="curvedConnector3">
            <a:avLst>
              <a:gd name="adj1" fmla="val 25000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34" name=""/>
          <p:cNvSpPr/>
          <p:nvPr/>
        </p:nvSpPr>
        <p:spPr>
          <a:xfrm>
            <a:off x="1359000" y="2191320"/>
            <a:ext cx="1286280" cy="479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2044800" y="4582800"/>
            <a:ext cx="82908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6669720" y="4379400"/>
            <a:ext cx="140076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Spinner</a:t>
            </a:r>
            <a:br>
              <a:rPr sz="1500"/>
            </a:b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 at Speed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537000" y="2995200"/>
            <a:ext cx="228528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No 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8" name=""/>
          <p:cNvCxnSpPr>
            <a:stCxn id="28" idx="3"/>
            <a:endCxn id="39" idx="1"/>
          </p:cNvCxnSpPr>
          <p:nvPr/>
        </p:nvCxnSpPr>
        <p:spPr>
          <a:xfrm flipV="1">
            <a:off x="3156480" y="1570320"/>
            <a:ext cx="1000080" cy="17280"/>
          </a:xfrm>
          <a:prstGeom prst="curvedConnector3">
            <a:avLst>
              <a:gd name="adj1" fmla="val 25027"/>
            </a:avLst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40" name=""/>
          <p:cNvSpPr/>
          <p:nvPr/>
        </p:nvSpPr>
        <p:spPr>
          <a:xfrm>
            <a:off x="3010320" y="1179000"/>
            <a:ext cx="1108080" cy="263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Ball in feeder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"/>
          <p:cNvCxnSpPr>
            <a:endCxn id="27" idx="1"/>
          </p:cNvCxnSpPr>
          <p:nvPr/>
        </p:nvCxnSpPr>
        <p:spPr>
          <a:xfrm flipV="1">
            <a:off x="834120" y="3246840"/>
            <a:ext cx="705240" cy="9360"/>
          </a:xfrm>
          <a:prstGeom prst="curvedConnector3">
            <a:avLst>
              <a:gd name="adj1" fmla="val 5873"/>
            </a:avLst>
          </a:prstGeom>
          <a:ln w="36720">
            <a:solidFill>
              <a:srgbClr val="3465a4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42" name=""/>
          <p:cNvCxnSpPr/>
          <p:nvPr/>
        </p:nvCxnSpPr>
        <p:spPr>
          <a:xfrm flipH="1" rot="16200000">
            <a:off x="4416840" y="3273840"/>
            <a:ext cx="2126520" cy="30240"/>
          </a:xfrm>
          <a:prstGeom prst="curvedConnector3">
            <a:avLst>
              <a:gd name="adj1" fmla="val 25008"/>
            </a:avLst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sp>
        <p:nvSpPr>
          <p:cNvPr id="43" name=""/>
          <p:cNvSpPr/>
          <p:nvPr/>
        </p:nvSpPr>
        <p:spPr>
          <a:xfrm>
            <a:off x="5389200" y="2286000"/>
            <a:ext cx="829080" cy="27468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4114800" y="3246840"/>
            <a:ext cx="1371600" cy="45684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Bridge short gaps between balls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504360" y="71640"/>
            <a:ext cx="907092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Idea 2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4156200" y="999000"/>
            <a:ext cx="1599480" cy="1143000"/>
          </a:xfrm>
          <a:prstGeom prst="roundRect">
            <a:avLst>
              <a:gd name="adj" fmla="val 16667"/>
            </a:avLst>
          </a:prstGeom>
          <a:solidFill>
            <a:srgbClr val="dde8cb"/>
          </a:solidFill>
          <a:ln w="0">
            <a:solidFill>
              <a:srgbClr val="81d41a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800" spc="-1" strike="noStrike" u="sng">
                <a:solidFill>
                  <a:srgbClr val="000000"/>
                </a:solidFill>
                <a:uFillTx/>
                <a:latin typeface="Arial"/>
                <a:ea typeface="DejaVu Sans"/>
              </a:rPr>
              <a:t>Store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Intake closed,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DejaVu Sans"/>
              </a:rPr>
              <a:t>storage on, feeder on until ball in feeder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6" name=""/>
          <p:cNvCxnSpPr>
            <a:stCxn id="27" idx="0"/>
            <a:endCxn id="28" idx="2"/>
          </p:cNvCxnSpPr>
          <p:nvPr/>
        </p:nvCxnSpPr>
        <p:spPr>
          <a:xfrm flipV="1">
            <a:off x="2338560" y="2044080"/>
            <a:ext cx="18360" cy="746280"/>
          </a:xfrm>
          <a:prstGeom prst="straightConnector1">
            <a:avLst/>
          </a:prstGeom>
          <a:ln w="36720">
            <a:solidFill>
              <a:srgbClr val="3465a4"/>
            </a:solidFill>
            <a:round/>
            <a:tailEnd len="med" type="triangle" w="med"/>
          </a:ln>
        </p:spPr>
      </p:cxnSp>
      <p:sp>
        <p:nvSpPr>
          <p:cNvPr id="47" name=""/>
          <p:cNvSpPr/>
          <p:nvPr/>
        </p:nvSpPr>
        <p:spPr>
          <a:xfrm>
            <a:off x="1359000" y="2191320"/>
            <a:ext cx="1286280" cy="479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Open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2995200" y="1662120"/>
            <a:ext cx="1286280" cy="47988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Close  Intake!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9" name=""/>
          <p:cNvCxnSpPr/>
          <p:nvPr/>
        </p:nvCxnSpPr>
        <p:spPr>
          <a:xfrm flipH="1" rot="16200000">
            <a:off x="2584440" y="2557440"/>
            <a:ext cx="2330280" cy="1280520"/>
          </a:xfrm>
          <a:prstGeom prst="curvedConnector3">
            <a:avLst>
              <a:gd name="adj1" fmla="val 25000"/>
            </a:avLst>
          </a:prstGeom>
          <a:ln w="36720">
            <a:solidFill>
              <a:srgbClr val="3465a4"/>
            </a:solidFill>
            <a:prstDash val="sysDot"/>
            <a:round/>
            <a:tailEnd len="med" type="triangle" w="med"/>
          </a:ln>
        </p:spPr>
      </p:cxnSp>
      <p:sp>
        <p:nvSpPr>
          <p:cNvPr id="50" name=""/>
          <p:cNvSpPr/>
          <p:nvPr/>
        </p:nvSpPr>
        <p:spPr>
          <a:xfrm>
            <a:off x="3085200" y="2430000"/>
            <a:ext cx="829080" cy="274680"/>
          </a:xfrm>
          <a:prstGeom prst="rect">
            <a:avLst/>
          </a:prstGeom>
          <a:noFill/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000000"/>
                </a:solidFill>
                <a:latin typeface="Arial"/>
                <a:ea typeface="DejaVu Sans"/>
              </a:rPr>
              <a:t>Shoot!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5715000" y="1323360"/>
            <a:ext cx="1371600" cy="456840"/>
          </a:xfrm>
          <a:prstGeom prst="rect">
            <a:avLst/>
          </a:prstGeom>
          <a:noFill/>
          <a:ln w="0">
            <a:solidFill>
              <a:srgbClr val="ffffff">
                <a:alpha val="0"/>
              </a:srgbClr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‘</a:t>
            </a:r>
            <a:r>
              <a:rPr b="0" i="1" lang="en-US" sz="1100" spc="-1" strike="noStrike">
                <a:solidFill>
                  <a:srgbClr val="000000"/>
                </a:solidFill>
                <a:latin typeface="Arial"/>
                <a:ea typeface="DejaVu Sans"/>
              </a:rPr>
              <a:t>Store’ keeps moving balls to feeder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Application>LibreOffice/24.2.3.2$Windows_X86_64 LibreOffice_project/433d9c2ded56988e8a90e6b2e771ee4e6a5ab2ba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2026-02-25T08:53:50Z</dcterms:created>
  <dc:creator/>
  <dc:description/>
  <dc:language>en-US</dc:language>
  <cp:lastModifiedBy/>
  <dcterms:modified xsi:type="dcterms:W3CDTF">2026-02-25T14:54:38Z</dcterms:modified>
  <cp:revision>14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