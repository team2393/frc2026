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96953C-0B84-41A8-BE64-43764F74AF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250038-E98B-4A8C-88FA-6CB60E8667A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1827000" y="27900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Idle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all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"/>
          <p:cNvSpPr/>
          <p:nvPr/>
        </p:nvSpPr>
        <p:spPr>
          <a:xfrm>
            <a:off x="4113000" y="11304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Take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open,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&amp; feeder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6627600" y="28026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Shooting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storage, feeder, spinner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4113000" y="43902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PrepShoot.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Run spinner up, other motors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" name=""/>
          <p:cNvCxnSpPr>
            <a:stCxn id="7" idx="0"/>
            <a:endCxn id="8" idx="1"/>
          </p:cNvCxnSpPr>
          <p:nvPr/>
        </p:nvCxnSpPr>
        <p:spPr>
          <a:xfrm flipH="1" flipV="1" rot="5400000">
            <a:off x="2768040" y="1445400"/>
            <a:ext cx="1203480" cy="1486800"/>
          </a:xfrm>
          <a:prstGeom prst="curvedConnector2">
            <a:avLst/>
          </a:prstGeom>
          <a:ln w="36720">
            <a:solidFill>
              <a:srgbClr val="3465a4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2" name=""/>
          <p:cNvCxnSpPr>
            <a:stCxn id="7" idx="2"/>
            <a:endCxn id="10" idx="1"/>
          </p:cNvCxnSpPr>
          <p:nvPr/>
        </p:nvCxnSpPr>
        <p:spPr>
          <a:xfrm flipH="1" rot="16200000">
            <a:off x="2797920" y="3531600"/>
            <a:ext cx="1143720" cy="148680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cxnSp>
        <p:nvCxnSpPr>
          <p:cNvPr id="13" name=""/>
          <p:cNvCxnSpPr>
            <a:stCxn id="10" idx="3"/>
            <a:endCxn id="9" idx="2"/>
          </p:cNvCxnSpPr>
          <p:nvPr/>
        </p:nvCxnSpPr>
        <p:spPr>
          <a:xfrm flipV="1">
            <a:off x="5712120" y="3715920"/>
            <a:ext cx="1715400" cy="113112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cxnSp>
        <p:nvCxnSpPr>
          <p:cNvPr id="14" name=""/>
          <p:cNvCxnSpPr>
            <a:stCxn id="9" idx="1"/>
            <a:endCxn id="7" idx="3"/>
          </p:cNvCxnSpPr>
          <p:nvPr/>
        </p:nvCxnSpPr>
        <p:spPr>
          <a:xfrm rot="10800000">
            <a:off x="3425760" y="3246120"/>
            <a:ext cx="3201840" cy="12960"/>
          </a:xfrm>
          <a:prstGeom prst="curvedConnector3">
            <a:avLst>
              <a:gd name="adj1" fmla="val 24997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15" name=""/>
          <p:cNvSpPr/>
          <p:nvPr/>
        </p:nvSpPr>
        <p:spPr>
          <a:xfrm>
            <a:off x="1935000" y="1490400"/>
            <a:ext cx="1285920" cy="479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Open/Close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332800" y="4582800"/>
            <a:ext cx="82872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6957720" y="4379400"/>
            <a:ext cx="140040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Spinner</a:t>
            </a:r>
            <a:br>
              <a:rPr sz="1500"/>
            </a:b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at Speed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3537000" y="2995200"/>
            <a:ext cx="228492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No 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" name=""/>
          <p:cNvCxnSpPr>
            <a:stCxn id="8" idx="2"/>
          </p:cNvCxnSpPr>
          <p:nvPr/>
        </p:nvCxnSpPr>
        <p:spPr>
          <a:xfrm rot="5400000">
            <a:off x="3769560" y="1700640"/>
            <a:ext cx="800280" cy="1486440"/>
          </a:xfrm>
          <a:prstGeom prst="curvedConnector3">
            <a:avLst>
              <a:gd name="adj1" fmla="val 41899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20" name=""/>
          <p:cNvSpPr/>
          <p:nvPr/>
        </p:nvSpPr>
        <p:spPr>
          <a:xfrm>
            <a:off x="3619800" y="2203200"/>
            <a:ext cx="110772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" name=""/>
          <p:cNvCxnSpPr>
            <a:endCxn id="7" idx="1"/>
          </p:cNvCxnSpPr>
          <p:nvPr/>
        </p:nvCxnSpPr>
        <p:spPr>
          <a:xfrm flipV="1">
            <a:off x="1122120" y="3246480"/>
            <a:ext cx="705240" cy="10080"/>
          </a:xfrm>
          <a:prstGeom prst="curvedConnector3">
            <a:avLst>
              <a:gd name="adj1" fmla="val 5873"/>
            </a:avLst>
          </a:prstGeom>
          <a:ln w="36720">
            <a:solidFill>
              <a:srgbClr val="3465a4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22" name=""/>
          <p:cNvCxnSpPr/>
          <p:nvPr/>
        </p:nvCxnSpPr>
        <p:spPr>
          <a:xfrm rot="5400000">
            <a:off x="4438800" y="3154680"/>
            <a:ext cx="2161080" cy="18000"/>
          </a:xfrm>
          <a:prstGeom prst="curvedConnector3">
            <a:avLst>
              <a:gd name="adj1" fmla="val 25008"/>
            </a:avLst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sp>
        <p:nvSpPr>
          <p:cNvPr id="23" name=""/>
          <p:cNvSpPr/>
          <p:nvPr/>
        </p:nvSpPr>
        <p:spPr>
          <a:xfrm>
            <a:off x="5533200" y="2296800"/>
            <a:ext cx="828720" cy="26352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544800" y="4788000"/>
            <a:ext cx="2285280" cy="4564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i="1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Always Run Spinner” option for immediate transition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504360" y="71640"/>
            <a:ext cx="9070560" cy="62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Idea 1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4114800" y="3246840"/>
            <a:ext cx="1371240" cy="4564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Bridge short gaps between balls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1539000" y="27900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Idle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all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1557000" y="11304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Take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open,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&amp; feeder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6339600" y="2802600"/>
            <a:ext cx="1599120" cy="91332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Shooting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storage, feeder, spinner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4149000" y="4390200"/>
            <a:ext cx="1599120" cy="109584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PrepShoot.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Run spinner up,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on, other motors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" name=""/>
          <p:cNvCxnSpPr>
            <a:stCxn id="27" idx="2"/>
            <a:endCxn id="30" idx="1"/>
          </p:cNvCxnSpPr>
          <p:nvPr/>
        </p:nvCxnSpPr>
        <p:spPr>
          <a:xfrm flipH="1" rot="16200000">
            <a:off x="2626200" y="3415320"/>
            <a:ext cx="1235160" cy="1810800"/>
          </a:xfrm>
          <a:prstGeom prst="curvedConnector2">
            <a:avLst/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cxnSp>
        <p:nvCxnSpPr>
          <p:cNvPr id="32" name=""/>
          <p:cNvCxnSpPr>
            <a:stCxn id="30" idx="3"/>
            <a:endCxn id="29" idx="2"/>
          </p:cNvCxnSpPr>
          <p:nvPr/>
        </p:nvCxnSpPr>
        <p:spPr>
          <a:xfrm flipV="1">
            <a:off x="5748120" y="3715920"/>
            <a:ext cx="1391400" cy="122256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cxnSp>
        <p:nvCxnSpPr>
          <p:cNvPr id="33" name=""/>
          <p:cNvCxnSpPr>
            <a:stCxn id="29" idx="1"/>
            <a:endCxn id="34" idx="2"/>
          </p:cNvCxnSpPr>
          <p:nvPr/>
        </p:nvCxnSpPr>
        <p:spPr>
          <a:xfrm rot="10800000">
            <a:off x="4955760" y="2141640"/>
            <a:ext cx="1384200" cy="111780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35" name=""/>
          <p:cNvSpPr/>
          <p:nvPr/>
        </p:nvSpPr>
        <p:spPr>
          <a:xfrm>
            <a:off x="1359000" y="2191320"/>
            <a:ext cx="1285920" cy="479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2044800" y="4582800"/>
            <a:ext cx="82872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669720" y="4379400"/>
            <a:ext cx="140040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Spinner</a:t>
            </a:r>
            <a:br>
              <a:rPr sz="1500"/>
            </a:b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at Speed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537000" y="2995200"/>
            <a:ext cx="228492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No 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" name=""/>
          <p:cNvCxnSpPr/>
          <p:nvPr/>
        </p:nvCxnSpPr>
        <p:spPr>
          <a:xfrm flipV="1">
            <a:off x="3177720" y="1373400"/>
            <a:ext cx="979200" cy="4680"/>
          </a:xfrm>
          <a:prstGeom prst="curvedConnector3">
            <a:avLst>
              <a:gd name="adj1" fmla="val 25045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40" name=""/>
          <p:cNvSpPr/>
          <p:nvPr/>
        </p:nvSpPr>
        <p:spPr>
          <a:xfrm>
            <a:off x="3010320" y="963000"/>
            <a:ext cx="1107720" cy="263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"/>
          <p:cNvCxnSpPr>
            <a:endCxn id="27" idx="1"/>
          </p:cNvCxnSpPr>
          <p:nvPr/>
        </p:nvCxnSpPr>
        <p:spPr>
          <a:xfrm flipV="1">
            <a:off x="834120" y="3246480"/>
            <a:ext cx="705240" cy="10080"/>
          </a:xfrm>
          <a:prstGeom prst="curvedConnector3">
            <a:avLst>
              <a:gd name="adj1" fmla="val 5873"/>
            </a:avLst>
          </a:prstGeom>
          <a:ln w="36720">
            <a:solidFill>
              <a:srgbClr val="3465a4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42" name=""/>
          <p:cNvCxnSpPr/>
          <p:nvPr/>
        </p:nvCxnSpPr>
        <p:spPr>
          <a:xfrm flipH="1" rot="16200000">
            <a:off x="4416840" y="3273480"/>
            <a:ext cx="2126880" cy="30600"/>
          </a:xfrm>
          <a:prstGeom prst="curvedConnector3">
            <a:avLst>
              <a:gd name="adj1" fmla="val 25021"/>
            </a:avLst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sp>
        <p:nvSpPr>
          <p:cNvPr id="43" name=""/>
          <p:cNvSpPr/>
          <p:nvPr/>
        </p:nvSpPr>
        <p:spPr>
          <a:xfrm>
            <a:off x="5389200" y="2286000"/>
            <a:ext cx="828720" cy="27432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4114800" y="3246840"/>
            <a:ext cx="1371240" cy="4564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Bridge short gaps between balls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504360" y="71640"/>
            <a:ext cx="9070560" cy="62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Idea 2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156200" y="999000"/>
            <a:ext cx="1599120" cy="114264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Store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on, feeder on until ball in feeder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6" name=""/>
          <p:cNvCxnSpPr>
            <a:stCxn id="27" idx="0"/>
            <a:endCxn id="28" idx="2"/>
          </p:cNvCxnSpPr>
          <p:nvPr/>
        </p:nvCxnSpPr>
        <p:spPr>
          <a:xfrm flipV="1">
            <a:off x="2338560" y="2043720"/>
            <a:ext cx="18360" cy="746640"/>
          </a:xfrm>
          <a:prstGeom prst="straightConnector1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47" name=""/>
          <p:cNvSpPr/>
          <p:nvPr/>
        </p:nvSpPr>
        <p:spPr>
          <a:xfrm>
            <a:off x="1359000" y="2191320"/>
            <a:ext cx="1285920" cy="479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2995200" y="1662120"/>
            <a:ext cx="1285920" cy="47952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Open/close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9" name=""/>
          <p:cNvCxnSpPr/>
          <p:nvPr/>
        </p:nvCxnSpPr>
        <p:spPr>
          <a:xfrm flipH="1" rot="16200000">
            <a:off x="2512440" y="2557080"/>
            <a:ext cx="2330640" cy="1280880"/>
          </a:xfrm>
          <a:prstGeom prst="curvedConnector3">
            <a:avLst>
              <a:gd name="adj1" fmla="val 25011"/>
            </a:avLst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sp>
        <p:nvSpPr>
          <p:cNvPr id="50" name=""/>
          <p:cNvSpPr/>
          <p:nvPr/>
        </p:nvSpPr>
        <p:spPr>
          <a:xfrm>
            <a:off x="3085200" y="2430000"/>
            <a:ext cx="828720" cy="27432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5715000" y="1323360"/>
            <a:ext cx="1371240" cy="4564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Store’ keeps moving balls to feeder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2" name=""/>
          <p:cNvCxnSpPr/>
          <p:nvPr/>
        </p:nvCxnSpPr>
        <p:spPr>
          <a:xfrm flipV="1">
            <a:off x="3168720" y="1659600"/>
            <a:ext cx="979200" cy="4680"/>
          </a:xfrm>
          <a:prstGeom prst="curvedConnector3">
            <a:avLst>
              <a:gd name="adj1" fmla="val 25045"/>
            </a:avLst>
          </a:prstGeom>
          <a:ln w="36720">
            <a:solidFill>
              <a:srgbClr val="3465a4"/>
            </a:solidFill>
            <a:round/>
            <a:headEnd len="med" type="triangle" w="med"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Application>LibreOffice/24.2.3.2$Windows_X86_64 LibreOffice_project/433d9c2ded56988e8a90e6b2e771ee4e6a5ab2ba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2026-02-25T08:53:50Z</dcterms:created>
  <dc:creator/>
  <dc:description/>
  <dc:language>en-US</dc:language>
  <cp:lastModifiedBy/>
  <cp:lastPrinted>2026-02-28T06:56:31Z</cp:lastPrinted>
  <dcterms:modified xsi:type="dcterms:W3CDTF">2026-02-28T06:57:22Z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