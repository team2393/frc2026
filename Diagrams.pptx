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764C83-69AA-4A2E-8785-C23D6F8D7C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34C98F-704A-4E0F-BAAA-4C680693DB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827000" y="2430000"/>
            <a:ext cx="1599840" cy="914040"/>
          </a:xfrm>
          <a:prstGeom prst="roundRect">
            <a:avLst>
              <a:gd name="adj" fmla="val 16667"/>
            </a:avLst>
          </a:prstGeom>
          <a:solidFill>
            <a:srgbClr val="dde8cb"/>
          </a:solidFill>
          <a:ln w="0">
            <a:solidFill>
              <a:srgbClr val="81d4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Idle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Intake closed,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all off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113000" y="770400"/>
            <a:ext cx="1599840" cy="914040"/>
          </a:xfrm>
          <a:prstGeom prst="roundRect">
            <a:avLst>
              <a:gd name="adj" fmla="val 16667"/>
            </a:avLst>
          </a:prstGeom>
          <a:solidFill>
            <a:srgbClr val="dde8cb"/>
          </a:solidFill>
          <a:ln w="0">
            <a:solidFill>
              <a:srgbClr val="81d4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Take 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Intake open,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storage &amp; feeder 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627600" y="2442600"/>
            <a:ext cx="1599840" cy="914040"/>
          </a:xfrm>
          <a:prstGeom prst="roundRect">
            <a:avLst>
              <a:gd name="adj" fmla="val 16667"/>
            </a:avLst>
          </a:prstGeom>
          <a:solidFill>
            <a:srgbClr val="dde8cb"/>
          </a:solidFill>
          <a:ln w="0">
            <a:solidFill>
              <a:srgbClr val="81d4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Shooting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Intake closed,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storage, feeder, spinner 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4113000" y="4030200"/>
            <a:ext cx="1599840" cy="914040"/>
          </a:xfrm>
          <a:prstGeom prst="roundRect">
            <a:avLst>
              <a:gd name="adj" fmla="val 16667"/>
            </a:avLst>
          </a:prstGeom>
          <a:solidFill>
            <a:srgbClr val="dde8cb"/>
          </a:solidFill>
          <a:ln w="0">
            <a:solidFill>
              <a:srgbClr val="81d41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PrepShoot.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Intake closed,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Run spinner up, other motors off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" name=""/>
          <p:cNvCxnSpPr>
            <a:stCxn id="7" idx="0"/>
            <a:endCxn id="8" idx="1"/>
          </p:cNvCxnSpPr>
          <p:nvPr/>
        </p:nvCxnSpPr>
        <p:spPr>
          <a:xfrm flipH="1" flipV="1" rot="5400000">
            <a:off x="2768400" y="1085400"/>
            <a:ext cx="1203120" cy="1486440"/>
          </a:xfrm>
          <a:prstGeom prst="curvedConnector2">
            <a:avLst/>
          </a:prstGeom>
          <a:ln w="367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12" name=""/>
          <p:cNvCxnSpPr>
            <a:stCxn id="7" idx="2"/>
            <a:endCxn id="10" idx="1"/>
          </p:cNvCxnSpPr>
          <p:nvPr/>
        </p:nvCxnSpPr>
        <p:spPr>
          <a:xfrm flipH="1" rot="16200000">
            <a:off x="2798640" y="3172320"/>
            <a:ext cx="1143360" cy="1486440"/>
          </a:xfrm>
          <a:prstGeom prst="curvedConnector2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13" name=""/>
          <p:cNvCxnSpPr>
            <a:stCxn id="10" idx="3"/>
            <a:endCxn id="9" idx="2"/>
          </p:cNvCxnSpPr>
          <p:nvPr/>
        </p:nvCxnSpPr>
        <p:spPr>
          <a:xfrm flipV="1">
            <a:off x="5712840" y="3356640"/>
            <a:ext cx="1715040" cy="1130760"/>
          </a:xfrm>
          <a:prstGeom prst="curvedConnector2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14" name=""/>
          <p:cNvCxnSpPr>
            <a:stCxn id="9" idx="1"/>
            <a:endCxn id="7" idx="3"/>
          </p:cNvCxnSpPr>
          <p:nvPr/>
        </p:nvCxnSpPr>
        <p:spPr>
          <a:xfrm rot="10800000">
            <a:off x="3426480" y="2886480"/>
            <a:ext cx="3201120" cy="12960"/>
          </a:xfrm>
          <a:prstGeom prst="curvedConnector3">
            <a:avLst>
              <a:gd name="adj1" fmla="val 24991"/>
            </a:avLst>
          </a:prstGeom>
          <a:ln w="3672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15" name=""/>
          <p:cNvSpPr/>
          <p:nvPr/>
        </p:nvSpPr>
        <p:spPr>
          <a:xfrm>
            <a:off x="1935000" y="1130400"/>
            <a:ext cx="1286640" cy="48024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Open/Close  Intake!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332800" y="4222800"/>
            <a:ext cx="829440" cy="26424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Shoot!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957720" y="4019400"/>
            <a:ext cx="1401120" cy="26424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Spinner</a:t>
            </a:r>
            <a:br>
              <a:rPr sz="1500"/>
            </a:b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at Speed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465000" y="2887200"/>
            <a:ext cx="2285640" cy="26424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No ball in feeder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" name=""/>
          <p:cNvCxnSpPr>
            <a:stCxn id="8" idx="2"/>
          </p:cNvCxnSpPr>
          <p:nvPr/>
        </p:nvCxnSpPr>
        <p:spPr>
          <a:xfrm rot="5400000">
            <a:off x="3770640" y="1340640"/>
            <a:ext cx="798840" cy="1486440"/>
          </a:xfrm>
          <a:prstGeom prst="curvedConnector3">
            <a:avLst>
              <a:gd name="adj1" fmla="val 41929"/>
            </a:avLst>
          </a:prstGeom>
          <a:ln w="3672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20" name=""/>
          <p:cNvSpPr/>
          <p:nvPr/>
        </p:nvSpPr>
        <p:spPr>
          <a:xfrm>
            <a:off x="3619800" y="1843200"/>
            <a:ext cx="1108440" cy="26424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Ball in feeder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" name=""/>
          <p:cNvCxnSpPr>
            <a:endCxn id="7" idx="1"/>
          </p:cNvCxnSpPr>
          <p:nvPr/>
        </p:nvCxnSpPr>
        <p:spPr>
          <a:xfrm flipV="1">
            <a:off x="1122120" y="2886840"/>
            <a:ext cx="705240" cy="9000"/>
          </a:xfrm>
          <a:prstGeom prst="curvedConnector3">
            <a:avLst>
              <a:gd name="adj1" fmla="val 5873"/>
            </a:avLst>
          </a:prstGeom>
          <a:ln w="36720">
            <a:solidFill>
              <a:srgbClr val="3465a4"/>
            </a:solidFill>
            <a:round/>
            <a:headEnd len="med" type="oval" w="med"/>
            <a:tailEnd len="med" type="triangle" w="med"/>
          </a:ln>
        </p:spPr>
      </p:cxnSp>
      <p:cxnSp>
        <p:nvCxnSpPr>
          <p:cNvPr id="22" name=""/>
          <p:cNvCxnSpPr/>
          <p:nvPr/>
        </p:nvCxnSpPr>
        <p:spPr>
          <a:xfrm rot="16200000">
            <a:off x="4473720" y="2867760"/>
            <a:ext cx="2177640" cy="360"/>
          </a:xfrm>
          <a:prstGeom prst="curvedConnector2">
            <a:avLst/>
          </a:prstGeom>
          <a:ln w="36720">
            <a:solidFill>
              <a:srgbClr val="3465a4"/>
            </a:solidFill>
            <a:prstDash val="sysDot"/>
            <a:round/>
            <a:tailEnd len="med" type="triangle" w="med"/>
          </a:ln>
        </p:spPr>
      </p:cxnSp>
      <p:sp>
        <p:nvSpPr>
          <p:cNvPr id="23" name=""/>
          <p:cNvSpPr/>
          <p:nvPr/>
        </p:nvSpPr>
        <p:spPr>
          <a:xfrm>
            <a:off x="5533200" y="1936800"/>
            <a:ext cx="829440" cy="2642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Shoot!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544800" y="4428000"/>
            <a:ext cx="228600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1300" spc="-1" strike="noStrike">
                <a:solidFill>
                  <a:srgbClr val="000000"/>
                </a:solidFill>
                <a:latin typeface="Arial"/>
                <a:ea typeface="DejaVu Sans"/>
              </a:rPr>
              <a:t>Always Run Spinner” option for immediate transition</a:t>
            </a:r>
            <a:endParaRPr b="0" i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2026-02-25T08:53:50Z</dcterms:created>
  <dc:creator/>
  <dc:description/>
  <dc:language>en-US</dc:language>
  <cp:lastModifiedBy/>
  <dcterms:modified xsi:type="dcterms:W3CDTF">2026-02-25T09:26:59Z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